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كوتشك المصري في بيتك — مجاني ١٠٠٪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يومك في شاشة واحدة هادية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النهارده — زرار واحد يبدأ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يومية بنقط ومكافآت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أيام وفريز وعجلة حظ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يختار اللي يبان — ثبّت اللي يعجبك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musc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دوس على العضلة وخد جلسة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جسم تفاعلية — قدام ووراء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شرح لكل تمرينة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شخصية متحركة بتوريك الحركة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أوزانك — واحتفال بالأرقام الجديدة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trac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سعرات بالأكل المصري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١٥٤ أكلة مصرية بقيمها الحقيقية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بصوتك — «أكلت كشري»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امسح الباركود وخد تقييم لهدفك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صوّر طبقك والذكاء يقدّر السعرات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m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أكل بتشرح نفسها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على هدف وجسم المستخدم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طبق معاه السبب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التمرين ياخد ٢٠٠+ سعرة أوتوماتيك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بدّل أي طبق — وقايمة مشتريات جاهزة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prog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التقدم ورحلة الدايت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 وزنك المستهدف — وشريط تقدم ليه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ماشي صح ولا متأخر — بسرعة صحية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تفكيرات ذكية: سجّل أكلك ووزن الجمعة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وصلت لهدفك؟ احتفال و٣٠٠ نقطة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حصص لايف مع بعض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بفيديو متزامن يتحكم فيه الكوتش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تايمر مشترك للكل في نفس اللحظة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تفاعلات لايف وشات وملاحظات صوتية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أسبوعي: جسم كامل وحرق ويوجا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welln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صحية بالعربي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١٢٠+ مقال صحي مكتوب بالمصري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٩٠+ وصفة صحية بالسعرات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نوم وضغط وسكر ومفاصل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فيديوهات قصيرة مختارة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FIT_IT\apps\web\public\landing\shots\s-feat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2926080" cy="5852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6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97680" y="10515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وكنوز تانية كتير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97680" y="2377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كوتش AI بيرد بالمصري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دوري أسبوعي وتحديات ١ ضد ١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 وأصحاب وتشجيع</a:t>
            </a:r>
            <a:endParaRPr lang="en-US" sz="2000" dirty="0"/>
          </a:p>
          <a:p>
            <a:pPr algn="r"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ذكية وإيميلات متابعة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97680" y="6126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ده مجاني. كله.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غير فيزا ولا اشتراك — يشتغل من المتصفح كتطبيق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pulse.geddo.online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2026-08-16T14:19:30Z</dcterms:created>
  <dcterms:modified xsi:type="dcterms:W3CDTF">2026-08-16T14:19:30Z</dcterms:modified>
</cp:coreProperties>
</file>