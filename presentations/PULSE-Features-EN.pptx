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Egyptian coach at home — 100% free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day, one calm screen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workout, one tap to start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quests with XP rewards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Streaks, freezes and a lucky wheel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chooses what shows — pin anything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musc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muscle, get a session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body map, front &amp; back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form guide for every exercise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figures show the movement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sets — PR celebrations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track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with Egyptian food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Egyptian foods with real macros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by VOICE — "I ate koshari"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any barcode: score for your goal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a meal photo — AI estimates it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me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meal plan that explains itself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user's goal and body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plate says WHY it's there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days get +200 kcal automatically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any dish, grocery list included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progr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the Diet Journey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target weight — progress bar to it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On-track / behind vs a healthy pace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nudges: log food, Friday weigh-in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goal: celebration + 300 XP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classes, together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Coach-hosted rooms with synced video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countdown timer for everyone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reactions, text chat &amp; voice notes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schedule: full-body, burn, yoga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welln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library in Arabic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 health articles, hand-written Arabic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healthy recipes with macros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stress, sugar, joints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short videos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feat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whole treasure chest more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 answering in Egyptian Arabic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leagues, 1v1 duels, challenges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feed, buddies and cheering</a:t>
            </a:r>
            <a:endParaRPr lang="en-US" sz="2000" dirty="0"/>
          </a:p>
          <a:p>
            <a:pPr algn="l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push + email re-engagement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it. Free.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card, no subscription — installs from the browser as an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2026-08-16T14:19:30Z</dcterms:created>
  <dcterms:modified xsi:type="dcterms:W3CDTF">2026-08-16T14:19:30Z</dcterms:modified>
</cp:coreProperties>
</file>